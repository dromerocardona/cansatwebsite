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9082291a59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9082291a59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9082291a59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9082291a59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9082291a59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9082291a59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9082291a5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9082291a5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9082291a59_0_1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9082291a59_0_1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9082291a59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9082291a5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9082291a59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9082291a59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9082291a59_0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9082291a59_0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9082291a59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9082291a59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9082291a59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9082291a59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9082291a59_0_1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9082291a59_0_1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9082291a59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9082291a59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9082291a59_0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9082291a59_0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9082291a59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9082291a59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1309925" y="100500"/>
            <a:ext cx="685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1309925" y="100500"/>
            <a:ext cx="685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1309925" y="100500"/>
            <a:ext cx="685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1" name="Google Shape;41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2" name="Google Shape;42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6" name="Google Shape;4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309925" y="100500"/>
            <a:ext cx="6855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/>
        </p:nvSpPr>
        <p:spPr>
          <a:xfrm>
            <a:off x="76200" y="76200"/>
            <a:ext cx="1140300" cy="6213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Team Logo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Here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b="0" i="0" lang="en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(If You Want)</a:t>
            </a:r>
            <a:endParaRPr/>
          </a:p>
        </p:txBody>
      </p:sp>
      <p:cxnSp>
        <p:nvCxnSpPr>
          <p:cNvPr id="10" name="Google Shape;10;p1"/>
          <p:cNvCxnSpPr/>
          <p:nvPr/>
        </p:nvCxnSpPr>
        <p:spPr>
          <a:xfrm>
            <a:off x="246675" y="808075"/>
            <a:ext cx="8565600" cy="0"/>
          </a:xfrm>
          <a:prstGeom prst="straightConnector1">
            <a:avLst/>
          </a:prstGeom>
          <a:noFill/>
          <a:ln cap="flat" cmpd="sng" w="38100">
            <a:solidFill>
              <a:srgbClr val="0000FF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" name="Google Shape;11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252737" y="76200"/>
            <a:ext cx="621539" cy="6212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Environmental Test Document</a:t>
            </a:r>
            <a:endParaRPr/>
          </a:p>
        </p:txBody>
      </p:sp>
      <p:sp>
        <p:nvSpPr>
          <p:cNvPr id="58" name="Google Shape;58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Number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Name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1309925" y="100500"/>
            <a:ext cx="685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Overview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 all tests that were performed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1309925" y="100500"/>
            <a:ext cx="685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Drop Test Configuration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 drop test requirements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Explain how the drop test was set 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 materials used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picture of test fixture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1309925" y="100500"/>
            <a:ext cx="685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Drop Test Procedures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 procedure for the drop test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1309925" y="100500"/>
            <a:ext cx="685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Drop Test Results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picture of just before drop 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picture of how cansat was secured for drop 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picture of cansat after drop test still attached to the drop test fixture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 functional test and determine if cansat still functioning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 a link to the video showing the drop test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Video must show securing the cansat to the fixture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Video must show the cansat held before dropping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Video must show the complete drop and end of test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Video must be less than 5 minutes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title"/>
          </p:nvPr>
        </p:nvSpPr>
        <p:spPr>
          <a:xfrm>
            <a:off x="1309925" y="100500"/>
            <a:ext cx="685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Thermal</a:t>
            </a:r>
            <a:r>
              <a:rPr lang="en"/>
              <a:t> Test Configuration</a:t>
            </a:r>
            <a:endParaRPr/>
          </a:p>
        </p:txBody>
      </p:sp>
      <p:sp>
        <p:nvSpPr>
          <p:cNvPr id="88" name="Google Shape;88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 thermal test requirements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Explain how the thermal test was set 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 materials used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picture of test fixture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1309925" y="100500"/>
            <a:ext cx="685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Thermal</a:t>
            </a:r>
            <a:r>
              <a:rPr lang="en"/>
              <a:t> Test Procedures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 procedure for the thermal test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1309925" y="100500"/>
            <a:ext cx="685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Thermal</a:t>
            </a:r>
            <a:r>
              <a:rPr lang="en"/>
              <a:t> Test Results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picture of just before thermal 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picture of how cansat was secured for thermal test (laying in box, on a mount, etc)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picture of cansat after thermal 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 functional test on cansat and determine if it still 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 a link to the video showing the thermal test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Video needs to show inserting the cansat in the therma chamber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Video needs to show the chamber operating at 60C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Video needs to show the removal of the cansat from the chamber.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Video does not need to show the whole 2+ hours of testing. Keep it under 5 minutes.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1309925" y="100500"/>
            <a:ext cx="685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Vibration</a:t>
            </a:r>
            <a:r>
              <a:rPr lang="en"/>
              <a:t> Test Configuration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 vibration test requirements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Explain how the vibration test was set 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 materials used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picture of test fixture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1309925" y="100500"/>
            <a:ext cx="685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Vibration</a:t>
            </a:r>
            <a:r>
              <a:rPr lang="en"/>
              <a:t> Test Procedures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 procedure for the vibration test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1309925" y="100500"/>
            <a:ext cx="685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Vibration</a:t>
            </a:r>
            <a:r>
              <a:rPr lang="en"/>
              <a:t> Test Results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picture of just before vibration 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picture of how cansat was secured for vibration test and explain how it was secured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picture of cansat after vibration 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Perform functional test on cansat and determine if it still works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 a link to the video showing the test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Video must show the cansat being secured to the test fixture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Video must show the complete test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Video must show the cansat after the test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Keep video under 5 minutes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1309925" y="100500"/>
            <a:ext cx="685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Vacuum</a:t>
            </a:r>
            <a:r>
              <a:rPr lang="en"/>
              <a:t> Test Configuration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 vacuum test requirements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Explain how the vacuum test was set up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 materials used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picture of test fixture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1309925" y="100500"/>
            <a:ext cx="685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Vacuum</a:t>
            </a:r>
            <a:r>
              <a:rPr lang="en"/>
              <a:t> Test Procedures</a:t>
            </a:r>
            <a:endParaRPr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List procedure for the vacuum test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1309925" y="100500"/>
            <a:ext cx="685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Vacuum</a:t>
            </a:r>
            <a:r>
              <a:rPr lang="en"/>
              <a:t> Test Results</a:t>
            </a:r>
            <a:endParaRPr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picture of just before vacuum 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picture of how cansat was secured for vacuum test (laying in box, on a mount, etc)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Show picture of cansat after vacuum 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Explain results of the test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 telemetry as a csv file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Provide a link to the video of the test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Video must show the cansat being attached to the fixture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Video must show the complete test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Video must show the state of the cansat after the test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Video should be under five minutes.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1309925" y="100500"/>
            <a:ext cx="6855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</a:t>
            </a:r>
            <a:endParaRPr/>
          </a:p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Summaries how tests worked an explain any failures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Describe any corrections needed to get the cansat to past the environmental tests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